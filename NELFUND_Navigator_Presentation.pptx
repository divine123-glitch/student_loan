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72" r:id="rId9"/>
    <p:sldId id="273" r:id="rId10"/>
    <p:sldId id="262" r:id="rId11"/>
    <p:sldId id="274" r:id="rId12"/>
    <p:sldId id="275" r:id="rId13"/>
    <p:sldId id="263" r:id="rId14"/>
    <p:sldId id="264" r:id="rId15"/>
    <p:sldId id="276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9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89427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7015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18292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5395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59435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25855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36912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72018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4542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37781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3958906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38484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9655517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71384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91197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26531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782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845820"/>
            <a:ext cx="82296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667EEA"/>
                </a:solidFill>
              </a:defRPr>
            </a:pPr>
            <a:r>
              <a:rPr dirty="0"/>
              <a:t>🎓 NELFUND </a:t>
            </a:r>
            <a:r>
              <a:rPr lang="en-US" dirty="0"/>
              <a:t>NAVIGATOR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95325" y="3564255"/>
            <a:ext cx="734377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55555"/>
                </a:solidFill>
              </a:defRPr>
            </a:pPr>
            <a:r>
              <a:rPr i="1" dirty="0">
                <a:latin typeface="Century" panose="02040604050505020304" pitchFamily="18" charset="0"/>
              </a:rPr>
              <a:t>AI-Powered Student Loan Assistant for Nigerian Students</a:t>
            </a:r>
            <a:r>
              <a:rPr lang="en-US" i="1" dirty="0">
                <a:latin typeface="Century" panose="02040604050505020304" pitchFamily="18" charset="0"/>
              </a:rPr>
              <a:t>.</a:t>
            </a:r>
            <a:endParaRPr i="1" dirty="0">
              <a:latin typeface="Century" panose="020406040505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38300" y="8229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33333"/>
                </a:solidFill>
              </a:defRPr>
            </a:pPr>
            <a:r>
              <a:rPr dirty="0"/>
              <a:t>🎯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18288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rPr dirty="0"/>
              <a:t>❌ Information Overload - 500+ pages of policy documents scattered across PDFs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rPr dirty="0"/>
              <a:t>❌ Confusion &amp; Uncertainty - 'Am I eligible?' 'What documents do I need?'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rPr dirty="0"/>
              <a:t>❌ Misinformation - Social media rumors leading to wrong decisions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rPr dirty="0"/>
              <a:t>❌ Complex Language - Legal terminology that confuses students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rPr dirty="0"/>
              <a:t>💡 Students need simple, accurate answers - not 500-page PDFs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90675" y="923925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33333"/>
                </a:solidFill>
              </a:defRPr>
            </a:pPr>
            <a:r>
              <a:rPr dirty="0"/>
              <a:t>💡 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8225" y="19812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rPr dirty="0"/>
              <a:t>🤖 Agentic RAG System - Smart document retrieval with conditional logic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rPr dirty="0"/>
              <a:t>💬 Natural Conversations - Ask in plain English, get document-backed answers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rPr dirty="0"/>
              <a:t>📚 Source Citations - Every answer includes references to official documents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rPr dirty="0"/>
              <a:t>🧠 Conversation Memory - Remembers context for intelligent follow-ups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rPr dirty="0"/>
              <a:t>🎯 Your Path to Higher Education Starts Here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88011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33333"/>
                </a:solidFill>
              </a:defRPr>
            </a:pPr>
            <a:r>
              <a:rPr dirty="0"/>
              <a:t>🛠️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7775" y="2074545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Backend:</a:t>
            </a:r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• </a:t>
            </a:r>
            <a:r>
              <a:rPr dirty="0" err="1"/>
              <a:t>FastAPI</a:t>
            </a:r>
            <a:endParaRPr dirty="0"/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• </a:t>
            </a:r>
            <a:r>
              <a:rPr dirty="0" err="1"/>
              <a:t>LangChain</a:t>
            </a:r>
            <a:endParaRPr dirty="0"/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• </a:t>
            </a:r>
            <a:r>
              <a:rPr dirty="0" err="1"/>
              <a:t>LangGraph</a:t>
            </a:r>
            <a:endParaRPr dirty="0"/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• OpenAI GPT-4</a:t>
            </a:r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• </a:t>
            </a:r>
            <a:r>
              <a:rPr dirty="0" err="1"/>
              <a:t>ChromaDB</a:t>
            </a:r>
            <a:endParaRPr dirty="0"/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• JWT Auth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88205" y="2074545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Frontend:</a:t>
            </a:r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• React 18</a:t>
            </a:r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• Vite</a:t>
            </a:r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• Tailwind CSS</a:t>
            </a:r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• React Router</a:t>
            </a:r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• Axios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1525" y="97155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33333"/>
                </a:solidFill>
              </a:defRPr>
            </a:pPr>
            <a:r>
              <a:rPr dirty="0"/>
              <a:t>🏗️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098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rPr dirty="0"/>
              <a:t>User Question → Frontend (React) → Backend API (</a:t>
            </a:r>
            <a:r>
              <a:rPr dirty="0" err="1"/>
              <a:t>FastAPI</a:t>
            </a:r>
            <a:r>
              <a:rPr dirty="0"/>
              <a:t>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rPr dirty="0"/>
              <a:t>→ Agent Classification (</a:t>
            </a:r>
            <a:r>
              <a:rPr dirty="0" err="1"/>
              <a:t>LangGraph</a:t>
            </a:r>
            <a:r>
              <a:rPr dirty="0"/>
              <a:t>) → Document Retrieval (Conditional)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rPr dirty="0"/>
              <a:t>→ LLM Generation (GPT-4) → Response + Sources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rPr dirty="0"/>
              <a:t>🗄️ Dual Database: </a:t>
            </a:r>
            <a:r>
              <a:rPr dirty="0" err="1"/>
              <a:t>chroma_users</a:t>
            </a:r>
            <a:r>
              <a:rPr dirty="0"/>
              <a:t>/ (user data) &amp; </a:t>
            </a:r>
            <a:r>
              <a:rPr dirty="0" err="1"/>
              <a:t>chroma_db</a:t>
            </a:r>
            <a:r>
              <a:rPr dirty="0"/>
              <a:t>/ (documents)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rPr dirty="0"/>
              <a:t>🔒 Security: JWT tokens, </a:t>
            </a:r>
            <a:r>
              <a:rPr dirty="0" err="1"/>
              <a:t>bcrypt</a:t>
            </a:r>
            <a:r>
              <a:rPr dirty="0"/>
              <a:t> passwords, CORS protection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1150" y="1019175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33333"/>
                </a:solidFill>
              </a:defRPr>
            </a:pPr>
            <a:r>
              <a:rPr dirty="0"/>
              <a:t>✨ 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1100" y="222885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rPr dirty="0"/>
              <a:t>🏠 Interactive Homepage - Modern design with feature showcase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rPr dirty="0"/>
              <a:t>🔐 Secure Authentication - JWT tokens + </a:t>
            </a:r>
            <a:r>
              <a:rPr dirty="0" err="1"/>
              <a:t>bcrypt</a:t>
            </a:r>
            <a:r>
              <a:rPr dirty="0"/>
              <a:t> password hashing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rPr dirty="0"/>
              <a:t>💬 Chat Interface - Claude AI-inspired design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rPr dirty="0"/>
              <a:t>🌙 Dark/Light Mode - Theme toggle for comfortable use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rPr dirty="0"/>
              <a:t>📱 Mobile Responsive - Works perfectly on all devices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4C4444-F05C-BE4F-F067-E2BE5BBD4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68284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C05083-D1B9-7B48-48AF-BA1909F0A8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342"/>
          <a:stretch>
            <a:fillRect/>
          </a:stretch>
        </p:blipFill>
        <p:spPr>
          <a:xfrm>
            <a:off x="0" y="-1"/>
            <a:ext cx="9144000" cy="685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41701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A2160C-03CB-54F4-A8F1-B37E29EB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80449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7700" y="1099185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33333"/>
                </a:solidFill>
              </a:defRPr>
            </a:pPr>
            <a:r>
              <a:rPr dirty="0"/>
              <a:t>💬 Chat Interface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600" y="242697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User Features:</a:t>
            </a:r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• Collapsible sidebar</a:t>
            </a:r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• Chat history</a:t>
            </a:r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• Suggested prompts</a:t>
            </a:r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• Source citations</a:t>
            </a:r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• Session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5400" y="242697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UX Elements:</a:t>
            </a:r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• Typing indicators</a:t>
            </a:r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• Message bubbles</a:t>
            </a:r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• Auto-scroll</a:t>
            </a:r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• Loading states</a:t>
            </a:r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• Error handling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4432CB-0074-5CE7-60D5-A1E33F1C8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60036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5E457C-6D7C-C9FA-53AF-BC5C58A01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46510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885825"/>
            <a:ext cx="783099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33333"/>
                </a:solidFill>
              </a:defRPr>
            </a:pPr>
            <a:r>
              <a:rPr sz="4000" dirty="0"/>
              <a:t>🤖 The Magic: Agentic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2990" y="2257425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rPr dirty="0"/>
              <a:t>✓ Example 1: 'Hello' → No retrieval needed → Quick response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rPr dirty="0"/>
              <a:t>✓ Example 2: 'Am I eligible?' → Retrieve docs → Detailed answer with sources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rPr dirty="0"/>
              <a:t>✓ Example 3: 'What documents?' → Retrieve + Use context → Contextual response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rPr dirty="0"/>
              <a:t>🎯 This saves API costs and provides faster responses!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rPr dirty="0"/>
              <a:t>💡 The system THINKS before acting, not just blindly retrieving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09725" y="16230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33333"/>
                </a:solidFill>
              </a:defRPr>
            </a:pPr>
            <a:r>
              <a:rPr dirty="0"/>
              <a:t>📡 RESTful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3450" y="306324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t>Authentication:</a:t>
            </a:r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t>• POST /api/auth/register</a:t>
            </a:r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t>• POST /api/auth/login</a:t>
            </a:r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t>• GET /api/auth/me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9413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Chat Operations:</a:t>
            </a:r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• POST /</a:t>
            </a:r>
            <a:r>
              <a:rPr dirty="0" err="1"/>
              <a:t>api</a:t>
            </a:r>
            <a:r>
              <a:rPr dirty="0"/>
              <a:t>/chat</a:t>
            </a:r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• GET /</a:t>
            </a:r>
            <a:r>
              <a:rPr dirty="0" err="1"/>
              <a:t>api</a:t>
            </a:r>
            <a:r>
              <a:rPr dirty="0"/>
              <a:t>/chat/history</a:t>
            </a:r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• GET /</a:t>
            </a:r>
            <a:r>
              <a:rPr dirty="0" err="1"/>
              <a:t>api</a:t>
            </a:r>
            <a:r>
              <a:rPr dirty="0"/>
              <a:t>/chat/sessions</a:t>
            </a:r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• DELETE /</a:t>
            </a:r>
            <a:r>
              <a:rPr dirty="0" err="1"/>
              <a:t>api</a:t>
            </a:r>
            <a:r>
              <a:rPr dirty="0"/>
              <a:t>/chat/session/{id}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4FF122-A885-C191-3970-F226AE7C7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03655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188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33333"/>
                </a:solidFill>
              </a:defRPr>
            </a:pPr>
            <a:r>
              <a:rPr dirty="0"/>
              <a:t>📊 Data &amp;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41935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rPr dirty="0"/>
              <a:t>✓ 9 NELFUND PDF documents processed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rPr dirty="0"/>
              <a:t>✓ 45 total document pages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rPr dirty="0"/>
              <a:t>✓ 68 optimized chunks for retrieval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rPr dirty="0"/>
              <a:t>✓ 44,645 total characters processed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rPr dirty="0"/>
              <a:t>✓ OpenAI text-embedding-3-small for vector embeddings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81075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33333"/>
                </a:solidFill>
              </a:defRPr>
            </a:pPr>
            <a:r>
              <a:rPr dirty="0"/>
              <a:t>🎨 User Experience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5375" y="2238375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rPr dirty="0"/>
              <a:t>📱 Mobile-First Approach - All features work on mobile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rPr dirty="0"/>
              <a:t>🌙 Dark Mode - Reduced eye strain for late-night studying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rPr dirty="0"/>
              <a:t>💡 Smart Suggestions - Prompts to guide users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rPr dirty="0"/>
              <a:t>🔐 Per-User Data - Each student's chats are completely private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rPr dirty="0"/>
              <a:t>⚡ Fast Responses - Optimized queries and caching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0105" y="1118235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33333"/>
                </a:solidFill>
              </a:defRPr>
            </a:pPr>
            <a:r>
              <a:rPr dirty="0"/>
              <a:t>🔐 Secure 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6325" y="2569845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Registration:</a:t>
            </a:r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• Email validation</a:t>
            </a:r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• Password hashing (</a:t>
            </a:r>
            <a:r>
              <a:rPr dirty="0" err="1"/>
              <a:t>bcrypt</a:t>
            </a:r>
            <a:r>
              <a:rPr dirty="0"/>
              <a:t>)</a:t>
            </a:r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• User data storage</a:t>
            </a:r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• Account 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54905" y="2569845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Login &amp; Sessions:</a:t>
            </a:r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• Email/password auth</a:t>
            </a:r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• JWT token generation</a:t>
            </a:r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• Auto-redirect to chat</a:t>
            </a:r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• Session persistence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8229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33333"/>
                </a:solidFill>
              </a:defRPr>
            </a:pPr>
            <a:r>
              <a:rPr dirty="0"/>
              <a:t>🏆 Key Achievements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125" y="226695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rPr dirty="0"/>
              <a:t>✅ Agentic RAG system fully functional with conditional logic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rPr dirty="0"/>
              <a:t>✅ Full-stack implementation (Frontend + Backend + Database)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rPr dirty="0"/>
              <a:t>✅ 8 RESTful API endpoints with proper authentication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rPr dirty="0"/>
              <a:t>✅ Per-user chat storage and history retrieval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rPr dirty="0"/>
              <a:t>✅ Production-ready code with error handling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7275" y="813435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33333"/>
                </a:solidFill>
              </a:defRPr>
            </a:pPr>
            <a:r>
              <a:rPr dirty="0"/>
              <a:t>🌍 Real-World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88845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By The Numbers:</a:t>
            </a:r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• 45 PDF pages processed</a:t>
            </a:r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• 68 document chunks</a:t>
            </a:r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• 9 NELFUND FAQs covered</a:t>
            </a:r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• 24/7 availability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227457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Student Benefits:</a:t>
            </a:r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• Quick, accurate answers</a:t>
            </a:r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• Reduced confusion</a:t>
            </a:r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• Better access to info</a:t>
            </a:r>
          </a:p>
          <a:p>
            <a:pPr>
              <a:spcBef>
                <a:spcPts val="800"/>
              </a:spcBef>
              <a:defRPr sz="1800">
                <a:solidFill>
                  <a:srgbClr val="555555"/>
                </a:solidFill>
              </a:defRPr>
            </a:pPr>
            <a:r>
              <a:rPr dirty="0"/>
              <a:t>• Higher success rate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667EEA"/>
                </a:solidFill>
              </a:defRPr>
            </a:pPr>
            <a:r>
              <a:t>Thank You! 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2448" y="3840480"/>
            <a:ext cx="76619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55555"/>
                </a:solidFill>
              </a:defRPr>
            </a:pPr>
            <a:r>
              <a:rPr sz="2400" dirty="0"/>
              <a:t>NELFUND Navigator - Empowering Nigerian Students Through AI</a:t>
            </a:r>
            <a:r>
              <a:rPr lang="en-US" sz="2400" dirty="0"/>
              <a:t>.</a:t>
            </a:r>
            <a:endParaRPr sz="24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</TotalTime>
  <Words>675</Words>
  <Application>Microsoft Office PowerPoint</Application>
  <PresentationFormat>On-screen Show (4:3)</PresentationFormat>
  <Paragraphs>111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Century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Divine Gbadamosi</cp:lastModifiedBy>
  <cp:revision>3</cp:revision>
  <dcterms:created xsi:type="dcterms:W3CDTF">2013-01-27T09:14:16Z</dcterms:created>
  <dcterms:modified xsi:type="dcterms:W3CDTF">2026-01-14T14:27:58Z</dcterms:modified>
  <cp:category/>
</cp:coreProperties>
</file>